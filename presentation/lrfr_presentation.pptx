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handoutMasterIdLst>
    <p:handoutMasterId r:id="rId5"/>
  </p:handoutMasterIdLst>
  <p:sldIdLst>
    <p:sldId id="258" r:id="rId2"/>
    <p:sldId id="262" r:id="rId3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035"/>
    <a:srgbClr val="B20828"/>
    <a:srgbClr val="B30838"/>
    <a:srgbClr val="AB1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1" autoAdjust="0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272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04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5CD50B5-D60F-4F9E-9D7E-EE8E387CD052}" type="datetimeFigureOut">
              <a:rPr lang="en-US" smtClean="0"/>
              <a:t>3/22/21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68332-E796-4254-98F6-762EAC3B8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55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0395E-30E7-4C58-8929-2CC8FFFF51C6}" type="datetimeFigureOut">
              <a:rPr lang="en-US" smtClean="0"/>
              <a:t>3/22/21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AD76D-49F1-4ED0-AE3A-B0A6705D2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1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11731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AD76D-49F1-4ED0-AE3A-B0A6705D28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 i="1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EBFCD653-A640-E04D-BD08-8D1CF8425360}" type="datetimeFigureOut">
              <a:rPr lang="en-US" smtClean="0"/>
              <a:t>3/22/21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6231"/>
            <a:ext cx="10515600" cy="1074463"/>
          </a:xfrm>
        </p:spPr>
        <p:txBody>
          <a:bodyPr/>
          <a:lstStyle>
            <a:lvl1pPr>
              <a:defRPr b="1" i="1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3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 i="1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90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3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1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57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B5D1A220-0522-9E47-BAC1-58274EFDA541}" type="datetimeFigureOut">
              <a:rPr lang="en-US" smtClean="0"/>
              <a:t>3/22/21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13354"/>
            <a:ext cx="2743200" cy="365125"/>
          </a:xfrm>
          <a:prstGeom prst="rect">
            <a:avLst/>
          </a:prstGeom>
        </p:spPr>
        <p:txBody>
          <a:bodyPr/>
          <a:lstStyle/>
          <a:p>
            <a:fld id="{815F6431-75ED-4B44-A46B-A964772FC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6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783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26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10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26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93689-811B-3947-87F1-E7043C282163}"/>
              </a:ext>
            </a:extLst>
          </p:cNvPr>
          <p:cNvSpPr/>
          <p:nvPr userDrawn="1"/>
        </p:nvSpPr>
        <p:spPr>
          <a:xfrm>
            <a:off x="-357809" y="-243508"/>
            <a:ext cx="914400" cy="73450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7469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1" kern="1200">
          <a:solidFill>
            <a:schemeClr val="bg2">
              <a:lumMod val="50000"/>
            </a:schemeClr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A3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A18E29F-7F6B-E14A-9124-B18DC9F85668}"/>
              </a:ext>
            </a:extLst>
          </p:cNvPr>
          <p:cNvSpPr txBox="1"/>
          <p:nvPr/>
        </p:nvSpPr>
        <p:spPr>
          <a:xfrm>
            <a:off x="2238703" y="5599758"/>
            <a:ext cx="457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Presentation Name</a:t>
            </a:r>
          </a:p>
          <a:p>
            <a:r>
              <a:rPr lang="en-US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Xx/xx/</a:t>
            </a:r>
            <a:r>
              <a:rPr lang="en-US" dirty="0" err="1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xxxx</a:t>
            </a:r>
            <a:endParaRPr lang="en-US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19825F-CF62-E944-ADE7-8DE114530409}"/>
              </a:ext>
            </a:extLst>
          </p:cNvPr>
          <p:cNvCxnSpPr>
            <a:cxnSpLocks/>
          </p:cNvCxnSpPr>
          <p:nvPr/>
        </p:nvCxnSpPr>
        <p:spPr>
          <a:xfrm>
            <a:off x="2049518" y="3689131"/>
            <a:ext cx="0" cy="2669628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62F0BDE-5E56-4649-8095-9987F9E9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919" y="3894752"/>
            <a:ext cx="831908" cy="831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759B86-B412-124F-8F9E-1391EE5F7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919" y="5044970"/>
            <a:ext cx="4703386" cy="23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5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6EC3-6B21-4043-9A87-78827071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830" y="530759"/>
            <a:ext cx="9224341" cy="1074463"/>
          </a:xfrm>
        </p:spPr>
        <p:txBody>
          <a:bodyPr/>
          <a:lstStyle/>
          <a:p>
            <a:r>
              <a:rPr lang="en-US" dirty="0">
                <a:solidFill>
                  <a:srgbClr val="A32035"/>
                </a:solidFill>
              </a:rPr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139D4-1F58-4245-9097-485ED7CB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830" y="1720527"/>
            <a:ext cx="9224341" cy="410220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6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18CC2EB7-9E31-DF4A-95E9-BE505CF6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09" y="5948552"/>
            <a:ext cx="1833582" cy="59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9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Theme Color 1">
      <a:dk1>
        <a:srgbClr val="000000"/>
      </a:dk1>
      <a:lt1>
        <a:srgbClr val="FFFFFF"/>
      </a:lt1>
      <a:dk2>
        <a:srgbClr val="990000"/>
      </a:dk2>
      <a:lt2>
        <a:srgbClr val="EAEAEA"/>
      </a:lt2>
      <a:accent1>
        <a:srgbClr val="941100"/>
      </a:accent1>
      <a:accent2>
        <a:srgbClr val="D00001"/>
      </a:accent2>
      <a:accent3>
        <a:srgbClr val="FF0002"/>
      </a:accent3>
      <a:accent4>
        <a:srgbClr val="FF5959"/>
      </a:accent4>
      <a:accent5>
        <a:srgbClr val="FF8074"/>
      </a:accent5>
      <a:accent6>
        <a:srgbClr val="FFA087"/>
      </a:accent6>
      <a:hlink>
        <a:srgbClr val="A9A9A9"/>
      </a:hlink>
      <a:folHlink>
        <a:srgbClr val="D5D5D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_POWERPOINT_TEMPLATE_Option4_wide" id="{CFEA2433-D401-144E-A1D1-DA150ABCB599}" vid="{2F8577F2-68DF-6044-BCCA-01A93B690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Macintosh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Georgia</vt:lpstr>
      <vt:lpstr>Verdana</vt:lpstr>
      <vt:lpstr>Office Theme</vt:lpstr>
      <vt:lpstr>PowerPoint Presentation</vt:lpstr>
      <vt:lpstr>[Slide Title]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Glass, Kaly</dc:creator>
  <cp:lastModifiedBy>Glass, Kaly</cp:lastModifiedBy>
  <cp:revision>1</cp:revision>
  <cp:lastPrinted>2017-01-27T00:08:29Z</cp:lastPrinted>
  <dcterms:created xsi:type="dcterms:W3CDTF">2021-03-22T21:08:56Z</dcterms:created>
  <dcterms:modified xsi:type="dcterms:W3CDTF">2021-03-22T21:09:46Z</dcterms:modified>
</cp:coreProperties>
</file>